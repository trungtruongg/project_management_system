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63" r:id="rId3"/>
    <p:sldId id="257" r:id="rId4"/>
    <p:sldId id="258" r:id="rId5"/>
    <p:sldId id="259" r:id="rId6"/>
    <p:sldId id="260" r:id="rId7"/>
    <p:sldId id="261" r:id="rId8"/>
    <p:sldId id="262"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9" d="100"/>
          <a:sy n="79" d="100"/>
        </p:scale>
        <p:origin x="-2544" y="-7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CAD085-E8A6-8845-BD4E-CB4CCA059FC4}" type="datetimeFigureOut">
              <a:rPr lang="en-US" smtClean="0"/>
              <a:t>12/29/2025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1FF6DA9-008F-8B48-92A6-B652298478BF}"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t>12/29/2025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t>12/29/2025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C1FF6DA9-008F-8B48-92A6-B652298478BF}"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CAD085-E8A6-8845-BD4E-CB4CCA059FC4}" type="datetimeFigureOut">
              <a:rPr lang="en-US" smtClean="0"/>
              <a:t>12/29/2025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1FF6DA9-008F-8B48-92A6-B652298478BF}"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Project Management System</a:t>
            </a:r>
          </a:p>
        </p:txBody>
      </p:sp>
      <p:sp>
        <p:nvSpPr>
          <p:cNvPr id="3" name="Subtitle 2"/>
          <p:cNvSpPr>
            <a:spLocks noGrp="1"/>
          </p:cNvSpPr>
          <p:nvPr>
            <p:ph type="subTitle" idx="1"/>
          </p:nvPr>
        </p:nvSpPr>
        <p:spPr>
          <a:xfrm>
            <a:off x="533400" y="3228535"/>
            <a:ext cx="7854696" cy="3364769"/>
          </a:xfrm>
        </p:spPr>
        <p:txBody>
          <a:bodyPr/>
          <a:lstStyle/>
          <a:p>
            <a:pPr algn="ctr"/>
            <a:r>
              <a:rPr lang="en-US" dirty="0" err="1" smtClean="0"/>
              <a:t>Hệ</a:t>
            </a:r>
            <a:r>
              <a:rPr lang="en-US" dirty="0" smtClean="0"/>
              <a:t> </a:t>
            </a:r>
            <a:r>
              <a:rPr lang="en-US" dirty="0" err="1" smtClean="0"/>
              <a:t>thống</a:t>
            </a:r>
            <a:r>
              <a:rPr lang="en-US" dirty="0" smtClean="0"/>
              <a:t> </a:t>
            </a:r>
            <a:r>
              <a:rPr lang="en-US" dirty="0" err="1" smtClean="0"/>
              <a:t>quản</a:t>
            </a:r>
            <a:r>
              <a:rPr lang="en-US" dirty="0" smtClean="0"/>
              <a:t> </a:t>
            </a:r>
            <a:r>
              <a:rPr lang="en-US" dirty="0" err="1" smtClean="0"/>
              <a:t>lý</a:t>
            </a:r>
            <a:r>
              <a:rPr lang="en-US" dirty="0" smtClean="0"/>
              <a:t> </a:t>
            </a:r>
            <a:r>
              <a:rPr lang="en-US" dirty="0" err="1" smtClean="0"/>
              <a:t>dự</a:t>
            </a:r>
            <a:r>
              <a:rPr lang="en-US" dirty="0" smtClean="0"/>
              <a:t> </a:t>
            </a:r>
            <a:r>
              <a:rPr lang="en-US" dirty="0" err="1" smtClean="0"/>
              <a:t>án</a:t>
            </a:r>
            <a:r>
              <a:rPr lang="en-US" dirty="0" smtClean="0"/>
              <a:t> </a:t>
            </a:r>
          </a:p>
          <a:p>
            <a:pPr algn="just"/>
            <a:endParaRPr lang="en-US" dirty="0" smtClean="0"/>
          </a:p>
          <a:p>
            <a:pPr algn="just"/>
            <a:endParaRPr lang="en-US" dirty="0" smtClean="0"/>
          </a:p>
          <a:p>
            <a:pPr algn="just"/>
            <a:endParaRPr lang="en-US" dirty="0"/>
          </a:p>
          <a:p>
            <a:pPr algn="just"/>
            <a:endParaRPr lang="en-US" dirty="0" smtClean="0"/>
          </a:p>
          <a:p>
            <a:pPr algn="just"/>
            <a:endParaRPr lang="en-US" dirty="0"/>
          </a:p>
          <a:p>
            <a:pPr algn="just"/>
            <a:r>
              <a:rPr lang="en-US" dirty="0" err="1" smtClean="0"/>
              <a:t>Thành</a:t>
            </a:r>
            <a:r>
              <a:rPr lang="en-US" dirty="0" smtClean="0"/>
              <a:t> </a:t>
            </a:r>
            <a:r>
              <a:rPr lang="en-US" dirty="0" err="1" smtClean="0"/>
              <a:t>viên</a:t>
            </a:r>
            <a:r>
              <a:rPr lang="en-US" dirty="0" smtClean="0"/>
              <a:t>: </a:t>
            </a:r>
            <a:r>
              <a:rPr lang="en-US" dirty="0" err="1" smtClean="0"/>
              <a:t>Trương</a:t>
            </a:r>
            <a:r>
              <a:rPr lang="en-US" dirty="0" smtClean="0"/>
              <a:t> </a:t>
            </a:r>
            <a:r>
              <a:rPr lang="en-US" dirty="0" err="1" smtClean="0"/>
              <a:t>Tấn</a:t>
            </a:r>
            <a:r>
              <a:rPr lang="en-US" dirty="0" smtClean="0"/>
              <a:t> </a:t>
            </a:r>
            <a:r>
              <a:rPr lang="en-US" dirty="0" err="1" smtClean="0"/>
              <a:t>Trung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Mô</a:t>
            </a:r>
            <a:r>
              <a:rPr lang="en-US" dirty="0" smtClean="0"/>
              <a:t> </a:t>
            </a:r>
            <a:r>
              <a:rPr lang="en-US" dirty="0" err="1" smtClean="0"/>
              <a:t>tả</a:t>
            </a:r>
            <a:endParaRPr dirty="0"/>
          </a:p>
        </p:txBody>
      </p:sp>
      <p:sp>
        <p:nvSpPr>
          <p:cNvPr id="3" name="Content Placeholder 2"/>
          <p:cNvSpPr>
            <a:spLocks noGrp="1"/>
          </p:cNvSpPr>
          <p:nvPr>
            <p:ph idx="1"/>
          </p:nvPr>
        </p:nvSpPr>
        <p:spPr/>
        <p:txBody>
          <a:bodyPr>
            <a:normAutofit fontScale="70000" lnSpcReduction="20000"/>
          </a:bodyPr>
          <a:lstStyle/>
          <a:p>
            <a:r>
              <a:rPr lang="vi-VN" dirty="0"/>
              <a:t>Project Management System (PMS) là một hệ thống website hỗ trợ người dùng quản lý dự án và công việc cá nhân theo mô hình cộng tác, tương tự như Trello. Hệ thống cho phép bất kỳ người dùng nào sau khi đăng ký và đăng nhập đều có thể tạo dự án, tạo nhiệm vụ (task) và quản lý các dự án của riêng mình</a:t>
            </a:r>
            <a:r>
              <a:rPr lang="vi-VN" dirty="0" smtClean="0"/>
              <a:t>.</a:t>
            </a:r>
            <a:endParaRPr lang="en-US" dirty="0" smtClean="0"/>
          </a:p>
          <a:p>
            <a:pPr marL="0" indent="0">
              <a:buNone/>
            </a:pPr>
            <a:endParaRPr lang="en-US" dirty="0" smtClean="0"/>
          </a:p>
          <a:p>
            <a:r>
              <a:rPr lang="vi-VN" dirty="0"/>
              <a:t>PMS không phân cấp quản lý cứng nhắc, thay vào đó tập trung vào việc </a:t>
            </a:r>
            <a:r>
              <a:rPr lang="vi-VN" b="1" dirty="0"/>
              <a:t>trao quyền cho từng người dùng</a:t>
            </a:r>
            <a:r>
              <a:rPr lang="vi-VN" dirty="0"/>
              <a:t> trong việc tổ chức và theo dõi công việc. Người dùng có thể tạo nhiều dự án khác nhau, phân chia công việc thành các nhiệm vụ cụ thể, theo dõi tiến độ và cập nhật trạng thái công việc theo thời gian thực..</a:t>
            </a:r>
            <a:endParaRPr lang="en-US" dirty="0" smtClean="0"/>
          </a:p>
          <a:p>
            <a:pPr marL="0" indent="0">
              <a:buNone/>
            </a:pPr>
            <a:endParaRPr lang="en-US" dirty="0" smtClean="0"/>
          </a:p>
          <a:p>
            <a:r>
              <a:rPr lang="vi-VN" dirty="0"/>
              <a:t>Ngoài ra, hệ thống hỗ trợ làm việc nhóm bằng cách cho phép người dùng </a:t>
            </a:r>
            <a:r>
              <a:rPr lang="vi-VN" b="1" dirty="0"/>
              <a:t>mời và thêm thành viên vào dự án</a:t>
            </a:r>
            <a:r>
              <a:rPr lang="vi-VN" dirty="0"/>
              <a:t>. Tất cả các thành viên trong cùng một dự án đều có thể xem thông tin, theo dõi tiến độ và phối hợp thực hiện công việc. PMS giúp tăng tính minh bạch, cải thiện giao tiếp và nâng cao hiệu quả làm việc cá nhân cũng như làm việc nhóm.</a:t>
            </a:r>
            <a:endParaRPr dirty="0"/>
          </a:p>
        </p:txBody>
      </p:sp>
    </p:spTree>
    <p:extLst>
      <p:ext uri="{BB962C8B-B14F-4D97-AF65-F5344CB8AC3E}">
        <p14:creationId xmlns:p14="http://schemas.microsoft.com/office/powerpoint/2010/main" val="1843044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Mục tiêu</a:t>
            </a:r>
          </a:p>
        </p:txBody>
      </p:sp>
      <p:sp>
        <p:nvSpPr>
          <p:cNvPr id="3" name="Content Placeholder 2"/>
          <p:cNvSpPr>
            <a:spLocks noGrp="1"/>
          </p:cNvSpPr>
          <p:nvPr>
            <p:ph idx="1"/>
          </p:nvPr>
        </p:nvSpPr>
        <p:spPr/>
        <p:txBody>
          <a:bodyPr>
            <a:normAutofit/>
          </a:bodyPr>
          <a:lstStyle/>
          <a:p>
            <a:r>
              <a:rPr lang="vi-VN" dirty="0"/>
              <a:t>Xây dựng một hệ thống quản lý dự án trực tuyến đơn giản, dễ sử dụng cho cá nhân và nhóm làm việc</a:t>
            </a:r>
            <a:r>
              <a:rPr lang="vi-VN" dirty="0" smtClean="0"/>
              <a:t>.</a:t>
            </a:r>
            <a:endParaRPr lang="vi-VN" dirty="0"/>
          </a:p>
          <a:p>
            <a:r>
              <a:rPr lang="vi-VN" dirty="0"/>
              <a:t>Cho phép người dùng tự do tạo và quản lý các dự án, nhiệm vụ cá nhân mà không bị giới hạn vai trò quản trị phức tạp</a:t>
            </a:r>
            <a:r>
              <a:rPr lang="vi-VN" dirty="0" smtClean="0"/>
              <a:t>.</a:t>
            </a:r>
            <a:endParaRPr lang="en-US" dirty="0" smtClean="0"/>
          </a:p>
          <a:p>
            <a:r>
              <a:rPr lang="vi-VN" dirty="0"/>
              <a:t>Hỗ trợ theo dõi tiến độ công việc một cách trực quan và hiệu quả</a:t>
            </a:r>
            <a:r>
              <a:rPr lang="vi-VN" dirty="0" smtClean="0"/>
              <a:t>.</a:t>
            </a:r>
            <a:endParaRPr lang="en-US"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Phạm vi hệ thống</a:t>
            </a:r>
          </a:p>
        </p:txBody>
      </p:sp>
      <p:sp>
        <p:nvSpPr>
          <p:cNvPr id="3" name="Content Placeholder 2"/>
          <p:cNvSpPr>
            <a:spLocks noGrp="1"/>
          </p:cNvSpPr>
          <p:nvPr>
            <p:ph idx="1"/>
          </p:nvPr>
        </p:nvSpPr>
        <p:spPr/>
        <p:txBody>
          <a:bodyPr/>
          <a:lstStyle/>
          <a:p>
            <a:r>
              <a:rPr dirty="0" err="1"/>
              <a:t>Quản</a:t>
            </a:r>
            <a:r>
              <a:rPr dirty="0"/>
              <a:t> </a:t>
            </a:r>
            <a:r>
              <a:rPr dirty="0" err="1"/>
              <a:t>lý</a:t>
            </a:r>
            <a:r>
              <a:rPr dirty="0"/>
              <a:t> </a:t>
            </a:r>
            <a:r>
              <a:rPr dirty="0" err="1"/>
              <a:t>dự</a:t>
            </a:r>
            <a:r>
              <a:rPr dirty="0"/>
              <a:t> </a:t>
            </a:r>
            <a:r>
              <a:rPr dirty="0" err="1"/>
              <a:t>án</a:t>
            </a:r>
            <a:r>
              <a:rPr dirty="0"/>
              <a:t>, </a:t>
            </a:r>
            <a:r>
              <a:rPr dirty="0" err="1"/>
              <a:t>nhiệm</a:t>
            </a:r>
            <a:r>
              <a:rPr dirty="0"/>
              <a:t> </a:t>
            </a:r>
            <a:r>
              <a:rPr dirty="0" err="1"/>
              <a:t>vụ</a:t>
            </a:r>
            <a:r>
              <a:rPr dirty="0"/>
              <a:t>, </a:t>
            </a:r>
            <a:r>
              <a:rPr dirty="0" err="1"/>
              <a:t>tài</a:t>
            </a:r>
            <a:r>
              <a:rPr dirty="0"/>
              <a:t> </a:t>
            </a:r>
            <a:r>
              <a:rPr dirty="0" err="1"/>
              <a:t>nguyên</a:t>
            </a:r>
            <a:r>
              <a:rPr dirty="0"/>
              <a:t>, </a:t>
            </a:r>
            <a:r>
              <a:rPr dirty="0" err="1"/>
              <a:t>người</a:t>
            </a:r>
            <a:r>
              <a:rPr dirty="0"/>
              <a:t> </a:t>
            </a:r>
            <a:r>
              <a:rPr dirty="0" err="1"/>
              <a:t>dùng</a:t>
            </a:r>
            <a:endParaRPr dirty="0"/>
          </a:p>
          <a:p>
            <a:r>
              <a:rPr lang="en-US" dirty="0" smtClean="0"/>
              <a:t>Đ</a:t>
            </a:r>
            <a:r>
              <a:rPr lang="vi-VN" dirty="0" smtClean="0"/>
              <a:t>ảm </a:t>
            </a:r>
            <a:r>
              <a:rPr lang="vi-VN" dirty="0"/>
              <a:t>bảo việc quản lý dự án diễn ra một cách hiệu quả và hiệu suất cao.</a:t>
            </a:r>
            <a:endParaRPr lang="vi-VN" dirty="0"/>
          </a:p>
          <a:p>
            <a:pPr marL="0" indent="0">
              <a:buNone/>
            </a:pPr>
            <a:r>
              <a:rPr lang="vi-VN" dirty="0"/>
              <a:t/>
            </a:r>
            <a:br>
              <a:rPr lang="vi-VN" dirty="0"/>
            </a:b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Đối tượng sử dụng</a:t>
            </a:r>
          </a:p>
        </p:txBody>
      </p:sp>
      <p:sp>
        <p:nvSpPr>
          <p:cNvPr id="3" name="Content Placeholder 2"/>
          <p:cNvSpPr>
            <a:spLocks noGrp="1"/>
          </p:cNvSpPr>
          <p:nvPr>
            <p:ph idx="1"/>
          </p:nvPr>
        </p:nvSpPr>
        <p:spPr/>
        <p:txBody>
          <a:bodyPr/>
          <a:lstStyle/>
          <a:p>
            <a:r>
              <a:rPr lang="en-US" dirty="0" smtClean="0"/>
              <a:t>User: </a:t>
            </a:r>
            <a:r>
              <a:rPr lang="vi-VN" dirty="0"/>
              <a:t>đăng ký tài khoản đều có thể tạo, quản lý dự án và nhiệm vụ của riêng </a:t>
            </a:r>
            <a:r>
              <a:rPr lang="vi-VN" dirty="0" smtClean="0"/>
              <a:t>mình</a:t>
            </a:r>
            <a:endParaRPr lang="en-US" dirty="0" smtClean="0"/>
          </a:p>
          <a:p>
            <a:r>
              <a:rPr lang="en-US" dirty="0" smtClean="0"/>
              <a:t>Member: </a:t>
            </a:r>
            <a:r>
              <a:rPr lang="vi-VN" dirty="0"/>
              <a:t>Người được mời tham gia dự án, có thể xem và phối hợp thực hiện các nhiệm vụ trong dự án</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15638"/>
          </a:xfrm>
        </p:spPr>
        <p:txBody>
          <a:bodyPr>
            <a:normAutofit fontScale="90000"/>
          </a:bodyPr>
          <a:lstStyle/>
          <a:p>
            <a:r>
              <a:rPr dirty="0" err="1"/>
              <a:t>Chức</a:t>
            </a:r>
            <a:r>
              <a:rPr dirty="0"/>
              <a:t> </a:t>
            </a:r>
            <a:r>
              <a:rPr dirty="0" err="1" smtClean="0"/>
              <a:t>năng</a:t>
            </a:r>
            <a:r>
              <a:rPr lang="en-US" dirty="0" smtClean="0"/>
              <a:t> – User Leader</a:t>
            </a:r>
            <a:endParaRPr dirty="0"/>
          </a:p>
        </p:txBody>
      </p:sp>
      <p:sp>
        <p:nvSpPr>
          <p:cNvPr id="3" name="Content Placeholder 2"/>
          <p:cNvSpPr>
            <a:spLocks noGrp="1"/>
          </p:cNvSpPr>
          <p:nvPr>
            <p:ph idx="1"/>
          </p:nvPr>
        </p:nvSpPr>
        <p:spPr>
          <a:xfrm>
            <a:off x="457200" y="1419727"/>
            <a:ext cx="8229600" cy="5354052"/>
          </a:xfrm>
        </p:spPr>
        <p:txBody>
          <a:bodyPr>
            <a:normAutofit/>
          </a:bodyPr>
          <a:lstStyle/>
          <a:p>
            <a:r>
              <a:rPr lang="vi-VN" dirty="0"/>
              <a:t>Đăng ký tài khoản và đăng nhập hệ </a:t>
            </a:r>
            <a:r>
              <a:rPr lang="vi-VN" dirty="0" smtClean="0"/>
              <a:t>thống</a:t>
            </a:r>
            <a:endParaRPr lang="en-US" dirty="0" smtClean="0"/>
          </a:p>
          <a:p>
            <a:r>
              <a:rPr lang="en-US" dirty="0" err="1"/>
              <a:t>Quản</a:t>
            </a:r>
            <a:r>
              <a:rPr lang="en-US" dirty="0"/>
              <a:t> </a:t>
            </a:r>
            <a:r>
              <a:rPr lang="en-US" dirty="0" err="1" smtClean="0"/>
              <a:t>lý</a:t>
            </a:r>
            <a:r>
              <a:rPr lang="en-US" dirty="0" smtClean="0"/>
              <a:t>, </a:t>
            </a:r>
            <a:r>
              <a:rPr lang="en-US" dirty="0" err="1" smtClean="0"/>
              <a:t>chỉnh</a:t>
            </a:r>
            <a:r>
              <a:rPr lang="en-US" dirty="0" smtClean="0"/>
              <a:t> </a:t>
            </a:r>
            <a:r>
              <a:rPr lang="en-US" dirty="0" err="1" smtClean="0"/>
              <a:t>sửa</a:t>
            </a:r>
            <a:r>
              <a:rPr lang="en-US" dirty="0" smtClean="0"/>
              <a:t> </a:t>
            </a:r>
            <a:r>
              <a:rPr lang="en-US" dirty="0" err="1" smtClean="0"/>
              <a:t>thông</a:t>
            </a:r>
            <a:r>
              <a:rPr lang="en-US" dirty="0" smtClean="0"/>
              <a:t> </a:t>
            </a:r>
            <a:r>
              <a:rPr lang="en-US" dirty="0"/>
              <a:t>tin </a:t>
            </a:r>
            <a:r>
              <a:rPr lang="en-US" dirty="0" err="1"/>
              <a:t>cá</a:t>
            </a:r>
            <a:r>
              <a:rPr lang="en-US" dirty="0"/>
              <a:t> </a:t>
            </a:r>
            <a:r>
              <a:rPr lang="en-US" dirty="0" err="1" smtClean="0"/>
              <a:t>nhân</a:t>
            </a:r>
            <a:endParaRPr lang="en-US" dirty="0" smtClean="0"/>
          </a:p>
          <a:p>
            <a:r>
              <a:rPr lang="en-US" dirty="0" err="1"/>
              <a:t>Tạo</a:t>
            </a:r>
            <a:r>
              <a:rPr lang="en-US" dirty="0"/>
              <a:t>, </a:t>
            </a:r>
            <a:r>
              <a:rPr lang="en-US" dirty="0" err="1"/>
              <a:t>chỉnh</a:t>
            </a:r>
            <a:r>
              <a:rPr lang="en-US" dirty="0"/>
              <a:t> </a:t>
            </a:r>
            <a:r>
              <a:rPr lang="en-US" dirty="0" err="1"/>
              <a:t>sửa</a:t>
            </a:r>
            <a:r>
              <a:rPr lang="en-US" dirty="0"/>
              <a:t> </a:t>
            </a:r>
            <a:r>
              <a:rPr lang="en-US" dirty="0" err="1"/>
              <a:t>và</a:t>
            </a:r>
            <a:r>
              <a:rPr lang="en-US" dirty="0"/>
              <a:t> </a:t>
            </a:r>
            <a:r>
              <a:rPr lang="en-US" dirty="0" err="1"/>
              <a:t>xóa</a:t>
            </a:r>
            <a:r>
              <a:rPr lang="en-US" dirty="0"/>
              <a:t> </a:t>
            </a:r>
            <a:r>
              <a:rPr lang="en-US" dirty="0" err="1"/>
              <a:t>dự</a:t>
            </a:r>
            <a:r>
              <a:rPr lang="en-US" dirty="0"/>
              <a:t> </a:t>
            </a:r>
            <a:r>
              <a:rPr lang="en-US" dirty="0" err="1" smtClean="0"/>
              <a:t>án</a:t>
            </a:r>
            <a:endParaRPr lang="en-US" dirty="0" smtClean="0"/>
          </a:p>
          <a:p>
            <a:r>
              <a:rPr lang="en-US" dirty="0" err="1"/>
              <a:t>Tạo</a:t>
            </a:r>
            <a:r>
              <a:rPr lang="en-US" dirty="0"/>
              <a:t>, </a:t>
            </a:r>
            <a:r>
              <a:rPr lang="en-US" dirty="0" err="1"/>
              <a:t>phân</a:t>
            </a:r>
            <a:r>
              <a:rPr lang="en-US" dirty="0"/>
              <a:t> </a:t>
            </a:r>
            <a:r>
              <a:rPr lang="en-US" dirty="0" err="1"/>
              <a:t>công</a:t>
            </a:r>
            <a:r>
              <a:rPr lang="en-US" dirty="0"/>
              <a:t> </a:t>
            </a:r>
            <a:r>
              <a:rPr lang="en-US" dirty="0" err="1"/>
              <a:t>và</a:t>
            </a:r>
            <a:r>
              <a:rPr lang="en-US" dirty="0"/>
              <a:t> </a:t>
            </a:r>
            <a:r>
              <a:rPr lang="en-US" dirty="0" err="1"/>
              <a:t>quản</a:t>
            </a:r>
            <a:r>
              <a:rPr lang="en-US" dirty="0"/>
              <a:t> </a:t>
            </a:r>
            <a:r>
              <a:rPr lang="en-US" dirty="0" err="1"/>
              <a:t>lý</a:t>
            </a:r>
            <a:r>
              <a:rPr lang="en-US" dirty="0"/>
              <a:t> </a:t>
            </a:r>
            <a:r>
              <a:rPr lang="en-US" dirty="0" err="1"/>
              <a:t>nhiệm</a:t>
            </a:r>
            <a:r>
              <a:rPr lang="en-US" dirty="0"/>
              <a:t> </a:t>
            </a:r>
            <a:r>
              <a:rPr lang="en-US" dirty="0" err="1" smtClean="0"/>
              <a:t>vụ</a:t>
            </a:r>
            <a:r>
              <a:rPr lang="en-US" dirty="0" smtClean="0"/>
              <a:t> </a:t>
            </a:r>
            <a:r>
              <a:rPr lang="en-US" dirty="0"/>
              <a:t>(task</a:t>
            </a:r>
            <a:r>
              <a:rPr lang="en-US" dirty="0" smtClean="0"/>
              <a:t>)</a:t>
            </a:r>
          </a:p>
          <a:p>
            <a:r>
              <a:rPr lang="en-US" dirty="0" err="1" smtClean="0"/>
              <a:t>Thêm</a:t>
            </a:r>
            <a:r>
              <a:rPr lang="en-US" dirty="0" smtClean="0"/>
              <a:t> </a:t>
            </a:r>
            <a:r>
              <a:rPr lang="en-US" dirty="0" err="1" smtClean="0"/>
              <a:t>và</a:t>
            </a:r>
            <a:r>
              <a:rPr lang="en-US" dirty="0" smtClean="0"/>
              <a:t> </a:t>
            </a:r>
            <a:r>
              <a:rPr lang="en-US" dirty="0" err="1" smtClean="0"/>
              <a:t>quản</a:t>
            </a:r>
            <a:r>
              <a:rPr lang="en-US" dirty="0" smtClean="0"/>
              <a:t> </a:t>
            </a:r>
            <a:r>
              <a:rPr lang="en-US" dirty="0" err="1" smtClean="0"/>
              <a:t>lý</a:t>
            </a:r>
            <a:r>
              <a:rPr lang="en-US" dirty="0" smtClean="0"/>
              <a:t> </a:t>
            </a:r>
            <a:r>
              <a:rPr lang="en-US" dirty="0" err="1" smtClean="0"/>
              <a:t>tài</a:t>
            </a:r>
            <a:r>
              <a:rPr lang="en-US" dirty="0" smtClean="0"/>
              <a:t> </a:t>
            </a:r>
            <a:r>
              <a:rPr lang="en-US" dirty="0" err="1" smtClean="0"/>
              <a:t>nguyên</a:t>
            </a:r>
            <a:endParaRPr lang="en-US" dirty="0" smtClean="0"/>
          </a:p>
          <a:p>
            <a:r>
              <a:rPr lang="vi-VN" dirty="0"/>
              <a:t>Theo dõi tiến độ dự án và nhiệm </a:t>
            </a:r>
            <a:r>
              <a:rPr lang="vi-VN" dirty="0" smtClean="0"/>
              <a:t>vụ</a:t>
            </a:r>
            <a:endParaRPr lang="en-US" dirty="0" smtClean="0"/>
          </a:p>
          <a:p>
            <a:r>
              <a:rPr lang="en-US" dirty="0" err="1" smtClean="0"/>
              <a:t>Tiếp</a:t>
            </a:r>
            <a:r>
              <a:rPr lang="en-US" dirty="0" smtClean="0"/>
              <a:t> </a:t>
            </a:r>
            <a:r>
              <a:rPr lang="en-US" dirty="0" err="1" smtClean="0"/>
              <a:t>nhận</a:t>
            </a:r>
            <a:r>
              <a:rPr lang="en-US" dirty="0" smtClean="0"/>
              <a:t> </a:t>
            </a:r>
            <a:r>
              <a:rPr lang="en-US" dirty="0" err="1" smtClean="0"/>
              <a:t>các</a:t>
            </a:r>
            <a:r>
              <a:rPr lang="en-US" dirty="0" smtClean="0"/>
              <a:t> </a:t>
            </a:r>
            <a:r>
              <a:rPr lang="en-US" dirty="0" err="1" smtClean="0"/>
              <a:t>hỗ</a:t>
            </a:r>
            <a:r>
              <a:rPr lang="en-US" dirty="0" smtClean="0"/>
              <a:t> </a:t>
            </a:r>
            <a:r>
              <a:rPr lang="en-US" dirty="0" err="1" smtClean="0"/>
              <a:t>trợ</a:t>
            </a:r>
            <a:r>
              <a:rPr lang="en-US" dirty="0" smtClean="0"/>
              <a:t> </a:t>
            </a:r>
            <a:r>
              <a:rPr lang="en-US" dirty="0" err="1" smtClean="0"/>
              <a:t>từ</a:t>
            </a:r>
            <a:r>
              <a:rPr lang="en-US" dirty="0" smtClean="0"/>
              <a:t> member qua </a:t>
            </a:r>
            <a:r>
              <a:rPr lang="en-US" dirty="0" err="1" smtClean="0"/>
              <a:t>thông</a:t>
            </a:r>
            <a:r>
              <a:rPr lang="en-US" dirty="0" smtClean="0"/>
              <a:t> </a:t>
            </a:r>
            <a:r>
              <a:rPr lang="en-US" dirty="0" err="1" smtClean="0"/>
              <a:t>báo</a:t>
            </a:r>
            <a:r>
              <a:rPr lang="en-US" dirty="0" smtClean="0"/>
              <a:t> </a:t>
            </a:r>
            <a:r>
              <a:rPr lang="en-US" dirty="0" err="1" smtClean="0"/>
              <a:t>và</a:t>
            </a:r>
            <a:r>
              <a:rPr lang="en-US" dirty="0" smtClean="0"/>
              <a:t> check </a:t>
            </a:r>
            <a:r>
              <a:rPr lang="en-US" dirty="0" err="1" smtClean="0"/>
              <a:t>hoàn</a:t>
            </a:r>
            <a:r>
              <a:rPr lang="en-US" dirty="0" smtClean="0"/>
              <a:t> </a:t>
            </a:r>
            <a:r>
              <a:rPr lang="en-US" dirty="0" err="1" smtClean="0"/>
              <a:t>thành</a:t>
            </a:r>
            <a:endParaRPr lang="en-US" dirty="0" smtClean="0"/>
          </a:p>
          <a:p>
            <a:r>
              <a:rPr lang="en-US" dirty="0" err="1"/>
              <a:t>Thêm</a:t>
            </a:r>
            <a:r>
              <a:rPr lang="en-US" dirty="0"/>
              <a:t> </a:t>
            </a:r>
            <a:r>
              <a:rPr lang="en-US" dirty="0" err="1"/>
              <a:t>và</a:t>
            </a:r>
            <a:r>
              <a:rPr lang="en-US" dirty="0"/>
              <a:t> </a:t>
            </a:r>
            <a:r>
              <a:rPr lang="en-US" dirty="0" err="1"/>
              <a:t>quản</a:t>
            </a:r>
            <a:r>
              <a:rPr lang="en-US" dirty="0"/>
              <a:t> </a:t>
            </a:r>
            <a:r>
              <a:rPr lang="en-US" dirty="0" err="1"/>
              <a:t>lý</a:t>
            </a:r>
            <a:r>
              <a:rPr lang="en-US" dirty="0"/>
              <a:t> </a:t>
            </a:r>
            <a:r>
              <a:rPr lang="en-US" dirty="0" err="1"/>
              <a:t>thành</a:t>
            </a:r>
            <a:r>
              <a:rPr lang="en-US" dirty="0"/>
              <a:t> </a:t>
            </a:r>
            <a:r>
              <a:rPr lang="en-US" dirty="0" err="1"/>
              <a:t>viên</a:t>
            </a:r>
            <a:r>
              <a:rPr lang="en-US" dirty="0"/>
              <a:t> </a:t>
            </a:r>
            <a:r>
              <a:rPr lang="en-US" dirty="0" err="1"/>
              <a:t>trong</a:t>
            </a:r>
            <a:r>
              <a:rPr lang="en-US" dirty="0"/>
              <a:t> </a:t>
            </a:r>
            <a:r>
              <a:rPr lang="en-US" dirty="0" err="1"/>
              <a:t>dự</a:t>
            </a:r>
            <a:r>
              <a:rPr lang="en-US" dirty="0"/>
              <a:t> </a:t>
            </a:r>
            <a:r>
              <a:rPr lang="en-US" dirty="0" err="1" smtClean="0"/>
              <a:t>án</a:t>
            </a:r>
            <a:endParaRPr lang="en-US" dirty="0" smtClean="0"/>
          </a:p>
          <a:p>
            <a:r>
              <a:rPr lang="vi-VN" dirty="0"/>
              <a:t>Giao tiếp và trao đổi thông tin </a:t>
            </a:r>
            <a:r>
              <a:rPr lang="en-US" dirty="0" smtClean="0"/>
              <a:t>qua comment </a:t>
            </a:r>
            <a:r>
              <a:rPr lang="en-US" dirty="0" err="1" smtClean="0"/>
              <a:t>trong</a:t>
            </a:r>
            <a:r>
              <a:rPr lang="en-US" dirty="0" smtClean="0"/>
              <a:t> task</a:t>
            </a:r>
          </a:p>
          <a:p>
            <a:r>
              <a:rPr lang="vi-VN" dirty="0"/>
              <a:t>Nhận thông báo khi có thay đổi trong dự </a:t>
            </a:r>
            <a:r>
              <a:rPr lang="vi-VN" dirty="0" smtClean="0"/>
              <a:t>án</a:t>
            </a:r>
            <a:endParaRPr lang="en-US"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err="1"/>
              <a:t>Chức</a:t>
            </a:r>
            <a:r>
              <a:rPr dirty="0"/>
              <a:t> </a:t>
            </a:r>
            <a:r>
              <a:rPr dirty="0" err="1"/>
              <a:t>năng</a:t>
            </a:r>
            <a:r>
              <a:rPr dirty="0"/>
              <a:t> </a:t>
            </a:r>
            <a:r>
              <a:rPr dirty="0" err="1"/>
              <a:t>chính</a:t>
            </a:r>
            <a:r>
              <a:rPr dirty="0"/>
              <a:t> </a:t>
            </a:r>
            <a:r>
              <a:rPr lang="en-US" dirty="0" smtClean="0"/>
              <a:t>–</a:t>
            </a:r>
            <a:r>
              <a:rPr dirty="0" smtClean="0"/>
              <a:t> </a:t>
            </a:r>
            <a:r>
              <a:rPr lang="en-US" dirty="0" smtClean="0"/>
              <a:t>Member Project</a:t>
            </a:r>
            <a:endParaRPr dirty="0"/>
          </a:p>
        </p:txBody>
      </p:sp>
      <p:sp>
        <p:nvSpPr>
          <p:cNvPr id="3" name="Content Placeholder 2"/>
          <p:cNvSpPr>
            <a:spLocks noGrp="1"/>
          </p:cNvSpPr>
          <p:nvPr>
            <p:ph idx="1"/>
          </p:nvPr>
        </p:nvSpPr>
        <p:spPr/>
        <p:txBody>
          <a:bodyPr/>
          <a:lstStyle/>
          <a:p>
            <a:r>
              <a:rPr dirty="0" err="1" smtClean="0"/>
              <a:t>Tạo</a:t>
            </a:r>
            <a:r>
              <a:rPr dirty="0" smtClean="0"/>
              <a:t> </a:t>
            </a:r>
            <a:r>
              <a:rPr lang="en-US" dirty="0" err="1" smtClean="0"/>
              <a:t>hỗ</a:t>
            </a:r>
            <a:r>
              <a:rPr lang="en-US" dirty="0" smtClean="0"/>
              <a:t> </a:t>
            </a:r>
            <a:r>
              <a:rPr lang="en-US" dirty="0" err="1" smtClean="0"/>
              <a:t>trợ</a:t>
            </a:r>
            <a:r>
              <a:rPr lang="en-US" dirty="0" smtClean="0"/>
              <a:t> </a:t>
            </a:r>
            <a:r>
              <a:rPr lang="en-US" dirty="0" err="1" smtClean="0"/>
              <a:t>cho</a:t>
            </a:r>
            <a:r>
              <a:rPr lang="en-US" dirty="0" smtClean="0"/>
              <a:t> Leader </a:t>
            </a:r>
            <a:r>
              <a:rPr lang="en-US" dirty="0" err="1" smtClean="0"/>
              <a:t>dự</a:t>
            </a:r>
            <a:r>
              <a:rPr lang="en-US" dirty="0" smtClean="0"/>
              <a:t> </a:t>
            </a:r>
            <a:r>
              <a:rPr lang="en-US" dirty="0" err="1" smtClean="0"/>
              <a:t>án</a:t>
            </a:r>
            <a:endParaRPr dirty="0"/>
          </a:p>
          <a:p>
            <a:r>
              <a:rPr dirty="0"/>
              <a:t>Theo </a:t>
            </a:r>
            <a:r>
              <a:rPr dirty="0" err="1"/>
              <a:t>dõi</a:t>
            </a:r>
            <a:r>
              <a:rPr dirty="0"/>
              <a:t> </a:t>
            </a:r>
            <a:r>
              <a:rPr dirty="0" err="1"/>
              <a:t>tiến</a:t>
            </a:r>
            <a:r>
              <a:rPr dirty="0"/>
              <a:t> </a:t>
            </a:r>
            <a:r>
              <a:rPr dirty="0" err="1"/>
              <a:t>độ</a:t>
            </a:r>
            <a:r>
              <a:rPr dirty="0"/>
              <a:t> </a:t>
            </a:r>
            <a:r>
              <a:rPr lang="en-US" dirty="0" err="1" smtClean="0"/>
              <a:t>công</a:t>
            </a:r>
            <a:r>
              <a:rPr lang="en-US" dirty="0" smtClean="0"/>
              <a:t> </a:t>
            </a:r>
            <a:r>
              <a:rPr lang="en-US" dirty="0" err="1" smtClean="0"/>
              <a:t>việc</a:t>
            </a:r>
            <a:endParaRPr lang="en-US" dirty="0" smtClean="0"/>
          </a:p>
          <a:p>
            <a:r>
              <a:rPr dirty="0" err="1" smtClean="0"/>
              <a:t>Giao</a:t>
            </a:r>
            <a:r>
              <a:rPr dirty="0" smtClean="0"/>
              <a:t> </a:t>
            </a:r>
            <a:r>
              <a:rPr dirty="0" err="1"/>
              <a:t>tiếp</a:t>
            </a:r>
            <a:r>
              <a:rPr dirty="0"/>
              <a:t> </a:t>
            </a:r>
            <a:r>
              <a:rPr dirty="0" err="1"/>
              <a:t>nhóm</a:t>
            </a:r>
            <a:r>
              <a:rPr dirty="0"/>
              <a:t> </a:t>
            </a:r>
            <a:r>
              <a:rPr lang="en-US" dirty="0" err="1" smtClean="0"/>
              <a:t>bằng</a:t>
            </a:r>
            <a:r>
              <a:rPr lang="en-US" dirty="0" smtClean="0"/>
              <a:t> </a:t>
            </a:r>
            <a:r>
              <a:rPr lang="en-US" dirty="0" err="1" smtClean="0"/>
              <a:t>cách</a:t>
            </a:r>
            <a:r>
              <a:rPr lang="en-US" dirty="0" smtClean="0"/>
              <a:t> comment </a:t>
            </a:r>
            <a:r>
              <a:rPr lang="en-US" dirty="0" err="1" smtClean="0"/>
              <a:t>dưới</a:t>
            </a:r>
            <a:r>
              <a:rPr lang="en-US" dirty="0" smtClean="0"/>
              <a:t> </a:t>
            </a:r>
            <a:r>
              <a:rPr lang="en-US" dirty="0" err="1" smtClean="0"/>
              <a:t>các</a:t>
            </a:r>
            <a:r>
              <a:rPr lang="en-US" dirty="0" smtClean="0"/>
              <a:t> task </a:t>
            </a:r>
            <a:r>
              <a:rPr lang="en-US" dirty="0" err="1" smtClean="0"/>
              <a:t>đó</a:t>
            </a:r>
            <a:endParaRPr lang="en-US" dirty="0" smtClean="0"/>
          </a:p>
          <a:p>
            <a:r>
              <a:rPr lang="en-US" dirty="0" err="1" smtClean="0"/>
              <a:t>Cập</a:t>
            </a:r>
            <a:r>
              <a:rPr lang="en-US" dirty="0" smtClean="0"/>
              <a:t> </a:t>
            </a:r>
            <a:r>
              <a:rPr lang="en-US" dirty="0" err="1" smtClean="0"/>
              <a:t>nhật</a:t>
            </a:r>
            <a:r>
              <a:rPr lang="en-US" dirty="0" smtClean="0"/>
              <a:t> </a:t>
            </a:r>
            <a:r>
              <a:rPr lang="en-US" dirty="0" err="1" smtClean="0"/>
              <a:t>tiến</a:t>
            </a:r>
            <a:r>
              <a:rPr lang="en-US" dirty="0" smtClean="0"/>
              <a:t> </a:t>
            </a:r>
            <a:r>
              <a:rPr lang="en-US" dirty="0" err="1" smtClean="0"/>
              <a:t>độ</a:t>
            </a:r>
            <a:r>
              <a:rPr lang="en-US" dirty="0" smtClean="0"/>
              <a:t> </a:t>
            </a:r>
            <a:r>
              <a:rPr lang="en-US" dirty="0" err="1" smtClean="0"/>
              <a:t>công</a:t>
            </a:r>
            <a:r>
              <a:rPr lang="en-US" dirty="0" smtClean="0"/>
              <a:t> </a:t>
            </a:r>
            <a:r>
              <a:rPr lang="en-US" dirty="0" err="1" smtClean="0"/>
              <a:t>việc</a:t>
            </a:r>
            <a:endParaRPr lang="en-US" dirty="0" smtClean="0"/>
          </a:p>
          <a:p>
            <a:r>
              <a:rPr lang="en-US" dirty="0" err="1" smtClean="0"/>
              <a:t>Xem</a:t>
            </a:r>
            <a:r>
              <a:rPr lang="en-US" dirty="0" smtClean="0"/>
              <a:t> </a:t>
            </a:r>
            <a:r>
              <a:rPr lang="en-US" dirty="0" err="1" smtClean="0"/>
              <a:t>các</a:t>
            </a:r>
            <a:r>
              <a:rPr lang="en-US" dirty="0" smtClean="0"/>
              <a:t> </a:t>
            </a:r>
            <a:r>
              <a:rPr lang="en-US" dirty="0" err="1" smtClean="0"/>
              <a:t>thành</a:t>
            </a:r>
            <a:r>
              <a:rPr lang="en-US" dirty="0" smtClean="0"/>
              <a:t> </a:t>
            </a:r>
            <a:r>
              <a:rPr lang="en-US" dirty="0" err="1" smtClean="0"/>
              <a:t>viên</a:t>
            </a:r>
            <a:r>
              <a:rPr lang="en-US" dirty="0" smtClean="0"/>
              <a:t> </a:t>
            </a:r>
            <a:r>
              <a:rPr lang="en-US" dirty="0" err="1" smtClean="0"/>
              <a:t>khác</a:t>
            </a:r>
            <a:r>
              <a:rPr lang="en-US" dirty="0" smtClean="0"/>
              <a:t> </a:t>
            </a:r>
            <a:r>
              <a:rPr lang="en-US" dirty="0" err="1" smtClean="0"/>
              <a:t>trong</a:t>
            </a:r>
            <a:r>
              <a:rPr lang="en-US" dirty="0" smtClean="0"/>
              <a:t> </a:t>
            </a:r>
            <a:r>
              <a:rPr lang="en-US" dirty="0" err="1" smtClean="0"/>
              <a:t>dự</a:t>
            </a:r>
            <a:r>
              <a:rPr lang="en-US" dirty="0" smtClean="0"/>
              <a:t> </a:t>
            </a:r>
            <a:r>
              <a:rPr lang="en-US" dirty="0" err="1" smtClean="0"/>
              <a:t>án</a:t>
            </a:r>
            <a:r>
              <a:rPr lang="en-US" dirty="0" smtClean="0"/>
              <a:t> </a:t>
            </a:r>
            <a:r>
              <a:rPr lang="en-US" dirty="0" err="1" smtClean="0"/>
              <a:t>của</a:t>
            </a:r>
            <a:r>
              <a:rPr lang="en-US" dirty="0" smtClean="0"/>
              <a:t> </a:t>
            </a:r>
            <a:r>
              <a:rPr lang="en-US" dirty="0" err="1" smtClean="0"/>
              <a:t>mình</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Hạn</a:t>
            </a:r>
            <a:r>
              <a:rPr lang="en-US" dirty="0" smtClean="0"/>
              <a:t> </a:t>
            </a:r>
            <a:r>
              <a:rPr lang="en-US" dirty="0" err="1" smtClean="0"/>
              <a:t>chế</a:t>
            </a:r>
            <a:endParaRPr dirty="0"/>
          </a:p>
        </p:txBody>
      </p:sp>
      <p:sp>
        <p:nvSpPr>
          <p:cNvPr id="3" name="Content Placeholder 2"/>
          <p:cNvSpPr>
            <a:spLocks noGrp="1"/>
          </p:cNvSpPr>
          <p:nvPr>
            <p:ph idx="1"/>
          </p:nvPr>
        </p:nvSpPr>
        <p:spPr/>
        <p:txBody>
          <a:bodyPr/>
          <a:lstStyle/>
          <a:p>
            <a:r>
              <a:rPr lang="en-US" dirty="0" err="1" smtClean="0"/>
              <a:t>Cần</a:t>
            </a:r>
            <a:r>
              <a:rPr lang="en-US" dirty="0" smtClean="0"/>
              <a:t> </a:t>
            </a:r>
            <a:r>
              <a:rPr lang="en-US" dirty="0" err="1" smtClean="0"/>
              <a:t>thêm</a:t>
            </a:r>
            <a:r>
              <a:rPr lang="en-US" dirty="0" smtClean="0"/>
              <a:t> </a:t>
            </a:r>
            <a:r>
              <a:rPr lang="en-US" dirty="0" err="1" smtClean="0"/>
              <a:t>chức</a:t>
            </a:r>
            <a:r>
              <a:rPr lang="en-US" dirty="0" smtClean="0"/>
              <a:t> </a:t>
            </a:r>
            <a:r>
              <a:rPr lang="en-US" dirty="0" err="1" smtClean="0"/>
              <a:t>năng</a:t>
            </a:r>
            <a:r>
              <a:rPr lang="en-US" dirty="0" smtClean="0"/>
              <a:t> </a:t>
            </a:r>
            <a:r>
              <a:rPr lang="en-US" dirty="0" err="1" smtClean="0"/>
              <a:t>khi</a:t>
            </a:r>
            <a:r>
              <a:rPr lang="en-US" dirty="0" smtClean="0"/>
              <a:t> </a:t>
            </a:r>
            <a:r>
              <a:rPr lang="en-US" dirty="0" err="1" smtClean="0"/>
              <a:t>thay</a:t>
            </a:r>
            <a:r>
              <a:rPr lang="en-US" dirty="0" smtClean="0"/>
              <a:t> </a:t>
            </a:r>
            <a:r>
              <a:rPr lang="en-US" dirty="0" err="1" smtClean="0"/>
              <a:t>đổi</a:t>
            </a:r>
            <a:r>
              <a:rPr lang="en-US" dirty="0" smtClean="0"/>
              <a:t> email </a:t>
            </a:r>
            <a:r>
              <a:rPr lang="en-US" dirty="0" err="1" smtClean="0"/>
              <a:t>sẽ</a:t>
            </a:r>
            <a:r>
              <a:rPr lang="en-US" dirty="0" smtClean="0"/>
              <a:t> </a:t>
            </a:r>
            <a:r>
              <a:rPr lang="en-US" dirty="0" err="1" smtClean="0"/>
              <a:t>gửi</a:t>
            </a:r>
            <a:r>
              <a:rPr lang="en-US" dirty="0" smtClean="0"/>
              <a:t> </a:t>
            </a:r>
            <a:r>
              <a:rPr lang="en-US" dirty="0" err="1" smtClean="0"/>
              <a:t>thông</a:t>
            </a:r>
            <a:r>
              <a:rPr lang="en-US" dirty="0" smtClean="0"/>
              <a:t> </a:t>
            </a:r>
            <a:r>
              <a:rPr lang="en-US" dirty="0" err="1" smtClean="0"/>
              <a:t>báo</a:t>
            </a:r>
            <a:r>
              <a:rPr lang="en-US" dirty="0" smtClean="0"/>
              <a:t> qua mail </a:t>
            </a:r>
            <a:r>
              <a:rPr lang="en-US" dirty="0" err="1" smtClean="0"/>
              <a:t>xác</a:t>
            </a:r>
            <a:r>
              <a:rPr lang="en-US" dirty="0" smtClean="0"/>
              <a:t> </a:t>
            </a:r>
            <a:r>
              <a:rPr lang="en-US" dirty="0" err="1" smtClean="0"/>
              <a:t>nhận</a:t>
            </a:r>
            <a:endParaRPr dirty="0"/>
          </a:p>
          <a:p>
            <a:r>
              <a:rPr lang="en-US" dirty="0" err="1" smtClean="0"/>
              <a:t>Thêm</a:t>
            </a:r>
            <a:r>
              <a:rPr lang="en-US" dirty="0" smtClean="0"/>
              <a:t> </a:t>
            </a:r>
            <a:r>
              <a:rPr lang="en-US" dirty="0" err="1" smtClean="0"/>
              <a:t>chức</a:t>
            </a:r>
            <a:r>
              <a:rPr lang="en-US" dirty="0" smtClean="0"/>
              <a:t> </a:t>
            </a:r>
            <a:r>
              <a:rPr lang="en-US" dirty="0" err="1" smtClean="0"/>
              <a:t>năng</a:t>
            </a:r>
            <a:r>
              <a:rPr lang="en-US" dirty="0" smtClean="0"/>
              <a:t> </a:t>
            </a:r>
            <a:r>
              <a:rPr lang="en-US" dirty="0" err="1" smtClean="0"/>
              <a:t>cho</a:t>
            </a:r>
            <a:r>
              <a:rPr lang="en-US" dirty="0" smtClean="0"/>
              <a:t> admin </a:t>
            </a:r>
            <a:r>
              <a:rPr lang="en-US" dirty="0" err="1" smtClean="0"/>
              <a:t>để</a:t>
            </a:r>
            <a:r>
              <a:rPr lang="en-US" dirty="0" smtClean="0"/>
              <a:t> </a:t>
            </a:r>
            <a:r>
              <a:rPr lang="en-US" dirty="0" err="1" smtClean="0"/>
              <a:t>quản</a:t>
            </a:r>
            <a:r>
              <a:rPr lang="en-US" dirty="0" smtClean="0"/>
              <a:t> </a:t>
            </a:r>
            <a:r>
              <a:rPr lang="en-US" dirty="0" err="1" smtClean="0"/>
              <a:t>lý</a:t>
            </a:r>
            <a:r>
              <a:rPr lang="en-US" dirty="0" smtClean="0"/>
              <a:t> </a:t>
            </a:r>
            <a:r>
              <a:rPr lang="en-US" dirty="0" err="1" smtClean="0"/>
              <a:t>bảo</a:t>
            </a:r>
            <a:r>
              <a:rPr lang="en-US" dirty="0" smtClean="0"/>
              <a:t> </a:t>
            </a:r>
            <a:r>
              <a:rPr lang="en-US" dirty="0" err="1" smtClean="0"/>
              <a:t>mật</a:t>
            </a:r>
            <a:endParaRPr lang="en-US" dirty="0" smtClean="0"/>
          </a:p>
          <a:p>
            <a:r>
              <a:rPr lang="en-US" dirty="0" err="1" smtClean="0"/>
              <a:t>Cần</a:t>
            </a:r>
            <a:r>
              <a:rPr lang="en-US" dirty="0" smtClean="0"/>
              <a:t> </a:t>
            </a:r>
            <a:r>
              <a:rPr lang="en-US" dirty="0" err="1" smtClean="0"/>
              <a:t>thêm</a:t>
            </a:r>
            <a:r>
              <a:rPr lang="en-US" dirty="0" smtClean="0"/>
              <a:t> </a:t>
            </a:r>
            <a:r>
              <a:rPr lang="en-US" dirty="0" err="1" smtClean="0"/>
              <a:t>chức</a:t>
            </a:r>
            <a:r>
              <a:rPr lang="en-US" dirty="0" smtClean="0"/>
              <a:t> </a:t>
            </a:r>
            <a:r>
              <a:rPr lang="en-US" dirty="0" err="1" smtClean="0"/>
              <a:t>năng</a:t>
            </a:r>
            <a:r>
              <a:rPr lang="en-US" dirty="0" smtClean="0"/>
              <a:t> </a:t>
            </a:r>
            <a:r>
              <a:rPr lang="en-US" dirty="0" err="1" smtClean="0"/>
              <a:t>quên</a:t>
            </a:r>
            <a:r>
              <a:rPr lang="en-US" dirty="0" smtClean="0"/>
              <a:t> </a:t>
            </a:r>
            <a:r>
              <a:rPr lang="en-US" dirty="0" err="1" smtClean="0"/>
              <a:t>mật</a:t>
            </a:r>
            <a:r>
              <a:rPr lang="en-US" dirty="0" smtClean="0"/>
              <a:t> </a:t>
            </a:r>
            <a:r>
              <a:rPr lang="en-US" dirty="0" err="1" smtClean="0"/>
              <a:t>khẩu</a:t>
            </a:r>
            <a:r>
              <a:rPr lang="en-US" dirty="0" smtClean="0"/>
              <a:t> </a:t>
            </a:r>
            <a:r>
              <a:rPr lang="en-US" dirty="0" err="1" smtClean="0"/>
              <a:t>cho</a:t>
            </a:r>
            <a:r>
              <a:rPr lang="en-US" dirty="0" smtClean="0"/>
              <a:t> </a:t>
            </a:r>
            <a:r>
              <a:rPr lang="en-US" dirty="0" err="1" smtClean="0"/>
              <a:t>người</a:t>
            </a:r>
            <a:r>
              <a:rPr lang="en-US" dirty="0" smtClean="0"/>
              <a:t> </a:t>
            </a:r>
            <a:r>
              <a:rPr lang="en-US" dirty="0" err="1" smtClean="0"/>
              <a:t>dùng</a:t>
            </a:r>
            <a:endParaRPr lang="en-US" dirty="0" smtClean="0"/>
          </a:p>
          <a:p>
            <a:r>
              <a:rPr lang="en-US" dirty="0" err="1" smtClean="0"/>
              <a:t>Phần</a:t>
            </a:r>
            <a:r>
              <a:rPr lang="en-US" dirty="0" smtClean="0"/>
              <a:t> </a:t>
            </a:r>
            <a:r>
              <a:rPr lang="en-US" dirty="0" err="1" smtClean="0"/>
              <a:t>thêm</a:t>
            </a:r>
            <a:r>
              <a:rPr lang="en-US" dirty="0" smtClean="0"/>
              <a:t> attachments </a:t>
            </a:r>
            <a:r>
              <a:rPr lang="en-US" dirty="0" err="1" smtClean="0"/>
              <a:t>chưa</a:t>
            </a:r>
            <a:r>
              <a:rPr lang="en-US" dirty="0" smtClean="0"/>
              <a:t> </a:t>
            </a:r>
            <a:r>
              <a:rPr lang="en-US" dirty="0" err="1" smtClean="0"/>
              <a:t>thêm</a:t>
            </a:r>
            <a:r>
              <a:rPr lang="en-US" dirty="0" smtClean="0"/>
              <a:t> </a:t>
            </a:r>
            <a:r>
              <a:rPr lang="en-US" dirty="0" err="1" smtClean="0"/>
              <a:t>được</a:t>
            </a:r>
            <a:r>
              <a:rPr lang="en-US" dirty="0" smtClean="0"/>
              <a:t> </a:t>
            </a:r>
            <a:r>
              <a:rPr lang="en-US" dirty="0" err="1" smtClean="0"/>
              <a:t>trong</a:t>
            </a:r>
            <a:r>
              <a:rPr lang="en-US" dirty="0" smtClean="0"/>
              <a:t> </a:t>
            </a:r>
            <a:r>
              <a:rPr lang="en-US" dirty="0" err="1" smtClean="0"/>
              <a:t>thư</a:t>
            </a:r>
            <a:r>
              <a:rPr lang="en-US" dirty="0" smtClean="0"/>
              <a:t> </a:t>
            </a:r>
            <a:r>
              <a:rPr lang="en-US" dirty="0" err="1" smtClean="0"/>
              <a:t>mục</a:t>
            </a:r>
            <a:r>
              <a:rPr lang="en-US" dirty="0" smtClean="0"/>
              <a:t> do </a:t>
            </a:r>
            <a:r>
              <a:rPr lang="en-US" dirty="0" err="1" smtClean="0"/>
              <a:t>bị</a:t>
            </a:r>
            <a:r>
              <a:rPr lang="en-US" dirty="0" smtClean="0"/>
              <a:t> 1 </a:t>
            </a:r>
            <a:r>
              <a:rPr lang="en-US" dirty="0" err="1" smtClean="0"/>
              <a:t>số</a:t>
            </a:r>
            <a:r>
              <a:rPr lang="en-US" dirty="0" smtClean="0"/>
              <a:t> </a:t>
            </a:r>
            <a:r>
              <a:rPr lang="en-US" dirty="0" err="1" smtClean="0"/>
              <a:t>lỗi</a:t>
            </a:r>
            <a:r>
              <a:rPr lang="en-US" dirty="0" smtClean="0"/>
              <a:t> </a:t>
            </a:r>
            <a:r>
              <a:rPr lang="en-US" dirty="0" err="1" smtClean="0"/>
              <a:t>chỉ</a:t>
            </a:r>
            <a:r>
              <a:rPr lang="en-US" dirty="0" smtClean="0"/>
              <a:t> backend </a:t>
            </a:r>
            <a:r>
              <a:rPr lang="en-US" dirty="0" err="1" smtClean="0"/>
              <a:t>mới</a:t>
            </a:r>
            <a:r>
              <a:rPr lang="en-US" dirty="0" smtClean="0"/>
              <a:t> </a:t>
            </a:r>
            <a:r>
              <a:rPr lang="en-US" dirty="0" err="1" smtClean="0"/>
              <a:t>giải</a:t>
            </a:r>
            <a:r>
              <a:rPr lang="en-US" dirty="0" smtClean="0"/>
              <a:t> </a:t>
            </a:r>
            <a:r>
              <a:rPr lang="en-US" dirty="0" err="1" smtClean="0"/>
              <a:t>quyết</a:t>
            </a:r>
            <a:endParaRPr lang="en-US" dirty="0" smtClean="0"/>
          </a:p>
          <a:p>
            <a:r>
              <a:rPr lang="en-US" dirty="0" err="1" smtClean="0"/>
              <a:t>Thêm</a:t>
            </a:r>
            <a:r>
              <a:rPr lang="en-US" dirty="0" smtClean="0"/>
              <a:t> </a:t>
            </a:r>
            <a:r>
              <a:rPr lang="en-US" dirty="0" err="1" smtClean="0"/>
              <a:t>các</a:t>
            </a:r>
            <a:r>
              <a:rPr lang="en-US" dirty="0" smtClean="0"/>
              <a:t> </a:t>
            </a:r>
            <a:r>
              <a:rPr lang="en-US" smtClean="0"/>
              <a:t>subtask cho</a:t>
            </a:r>
            <a:r>
              <a:rPr lang="en-US" dirty="0" smtClean="0"/>
              <a:t> task </a:t>
            </a:r>
            <a:r>
              <a:rPr lang="en-US" dirty="0" err="1" smtClean="0"/>
              <a:t>để</a:t>
            </a:r>
            <a:r>
              <a:rPr lang="en-US" dirty="0" smtClean="0"/>
              <a:t> chia </a:t>
            </a:r>
            <a:r>
              <a:rPr lang="en-US" dirty="0" err="1" smtClean="0"/>
              <a:t>nhỏ</a:t>
            </a:r>
            <a:r>
              <a:rPr lang="en-US" dirty="0" smtClean="0"/>
              <a:t> </a:t>
            </a:r>
            <a:r>
              <a:rPr lang="en-US" dirty="0" err="1" smtClean="0"/>
              <a:t>dễ</a:t>
            </a:r>
            <a:r>
              <a:rPr lang="en-US" dirty="0" smtClean="0"/>
              <a:t> </a:t>
            </a:r>
            <a:r>
              <a:rPr lang="en-US" dirty="0" err="1" smtClean="0"/>
              <a:t>quản</a:t>
            </a:r>
            <a:r>
              <a:rPr lang="en-US" dirty="0" smtClean="0"/>
              <a:t> </a:t>
            </a:r>
            <a:r>
              <a:rPr lang="en-US" dirty="0" err="1" smtClean="0"/>
              <a:t>lý</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48</TotalTime>
  <Words>614</Words>
  <Application>Microsoft Office PowerPoint</Application>
  <PresentationFormat>On-screen Show (4:3)</PresentationFormat>
  <Paragraphs>48</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Flow</vt:lpstr>
      <vt:lpstr>Project Management System</vt:lpstr>
      <vt:lpstr>Mô tả</vt:lpstr>
      <vt:lpstr>Mục tiêu</vt:lpstr>
      <vt:lpstr>Phạm vi hệ thống</vt:lpstr>
      <vt:lpstr>Đối tượng sử dụng</vt:lpstr>
      <vt:lpstr>Chức năng – User Leader</vt:lpstr>
      <vt:lpstr>Chức năng chính – Member Project</vt:lpstr>
      <vt:lpstr>Hạn chế</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 System</dc:title>
  <dc:subject/>
  <dc:creator/>
  <cp:keywords/>
  <dc:description>generated using python-pptx</dc:description>
  <cp:lastModifiedBy>TRUNG, TRƯƠNG TẤN</cp:lastModifiedBy>
  <cp:revision>6</cp:revision>
  <dcterms:created xsi:type="dcterms:W3CDTF">2013-01-27T09:14:16Z</dcterms:created>
  <dcterms:modified xsi:type="dcterms:W3CDTF">2025-12-29T09:17:26Z</dcterms:modified>
  <cp:category/>
</cp:coreProperties>
</file>